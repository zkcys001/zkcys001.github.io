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607E0-12E6-4734-9877-6565001167D2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D9C84-7275-4617-9974-198A07B89D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57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568C12E-BDC9-4CDA-897C-0EF1B7EF7AD8}" type="slidenum">
              <a:rPr lang="en-US" altLang="zh-CN" smtClean="0"/>
              <a:pPr>
                <a:spcBef>
                  <a:spcPct val="0"/>
                </a:spcBef>
              </a:pPr>
              <a:t>2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466334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2AD6A0C-F529-4EEF-816F-88F110B4B880}" type="slidenum">
              <a:rPr lang="en-US" altLang="zh-CN" smtClean="0"/>
              <a:pPr>
                <a:spcBef>
                  <a:spcPct val="0"/>
                </a:spcBef>
              </a:pPr>
              <a:t>3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550701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 smtClean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0607C01-6C9B-4106-8E1E-227DCED9A3B4}" type="slidenum">
              <a:rPr lang="en-US" altLang="zh-CN" smtClean="0"/>
              <a:pPr>
                <a:spcBef>
                  <a:spcPct val="0"/>
                </a:spcBef>
              </a:pPr>
              <a:t>4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688790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54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543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382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15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99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3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10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80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22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74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621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5" name="圆角矩形 4"/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83210-70A5-4A65-9F3E-52CDD31FBFB9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12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13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16102-D6AD-475B-8F27-2273BC9E1F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500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587B6-CCAA-454C-A858-6521C7D3DD40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B1D11-7DBA-4C9B-994D-4E53361E2C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261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5" name="圆角矩形 4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93134" y="2376489"/>
            <a:ext cx="1201843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3134" y="2341564"/>
            <a:ext cx="1201843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018" y="2468564"/>
            <a:ext cx="12020549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48290-77B9-402D-AB50-35E4E3B8A6CA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F9EB5-F9D6-403B-9887-5CB2BFA89C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074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ED2B5-D584-4DE1-8607-CB6E035CC637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19687-E893-4A45-8F83-41F5CD660CB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210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F1561-FDB4-469B-8C04-319F06C199A9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9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E9858-C603-43CB-A89D-6334D087DE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909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EF3CF-97F4-48DB-B3AA-847B380F0602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0AAB9-FB21-410F-AAB5-4121B44B2C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292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3BB9D-B9E5-43DE-BB59-416F6CD463F0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4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7D28C-A62B-4664-9D5A-8D21E18A73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269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6" name="圆角矩形 5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8CDA9-173B-4D30-A559-AE272CE00A4F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106CA-3136-4D45-AC3A-9CD5D6D0CD2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783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flipV="1">
            <a:off x="91018" y="4683126"/>
            <a:ext cx="1200996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018" y="4649789"/>
            <a:ext cx="12009967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18" y="4773614"/>
            <a:ext cx="12009967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B55BF-F413-42B7-AAE3-7BEF579A32DF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6185A-A50D-4343-9E52-22C00AE2D5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539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4E9C6-503C-4B0D-9D34-16C9C2C34FC8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E973B1-9756-48C6-918C-3C1F6A4F5C7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8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F02C9-A6BB-41FA-971A-10BA7C056531}" type="datetimeFigureOut">
              <a:rPr lang="zh-CN" altLang="en-US">
                <a:solidFill>
                  <a:srgbClr val="696464"/>
                </a:solidFill>
              </a:rPr>
              <a:pPr>
                <a:defRPr/>
              </a:pPr>
              <a:t>2019/4/22</a:t>
            </a:fld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696464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73DD6-6409-49A0-BB1F-BA1BA22ED3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31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25361-F9E3-486A-A433-5A890CCF6139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0702E-0FD9-4C91-A273-5071DB3E9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9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AB9ADD5-A53B-4703-B75E-C4C201434514}" type="datetimeFigureOut">
              <a:rPr lang="zh-CN" altLang="en-US">
                <a:solidFill>
                  <a:srgbClr val="696464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2019/4/22</a:t>
            </a:fld>
            <a:endParaRPr lang="zh-CN" altLang="en-US">
              <a:solidFill>
                <a:srgbClr val="696464"/>
              </a:solidFill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696464"/>
              </a:solidFill>
              <a:latin typeface="Arial" panose="020B0604020202020204" pitchFamily="34" charset="0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anose="020B0503020102020204" pitchFamily="34" charset="0"/>
                <a:ea typeface="幼圆" panose="02010509060101010101" pitchFamily="49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F82F52-F1EA-4CBB-A5E2-1D0AABCBF7BF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18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://blog.flickr.net/en/2010/01/27/a-look-into-the-pas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hyperlink" Target="http://komen-dant.livejournal.com/345684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bing.com/community/blogs/maps/archive/2010/01/12/new-bing-maps-application-streetside-photos.aspx" TargetMode="Externa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Project 1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06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1"/>
          <a:stretch>
            <a:fillRect/>
          </a:stretch>
        </p:blipFill>
        <p:spPr bwMode="auto">
          <a:xfrm>
            <a:off x="2057400" y="3805239"/>
            <a:ext cx="3886200" cy="254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5" name="Title 1"/>
          <p:cNvSpPr>
            <a:spLocks noGrp="1"/>
          </p:cNvSpPr>
          <p:nvPr>
            <p:ph type="title"/>
          </p:nvPr>
        </p:nvSpPr>
        <p:spPr>
          <a:xfrm>
            <a:off x="1981200" y="-100013"/>
            <a:ext cx="8229600" cy="1143001"/>
          </a:xfrm>
        </p:spPr>
        <p:txBody>
          <a:bodyPr/>
          <a:lstStyle/>
          <a:p>
            <a:pPr eaLnBrk="1" hangingPunct="1"/>
            <a:r>
              <a:rPr lang="en-US" altLang="zh-CN" smtClean="0"/>
              <a:t>A look into the past</a:t>
            </a:r>
          </a:p>
        </p:txBody>
      </p:sp>
      <p:pic>
        <p:nvPicPr>
          <p:cNvPr id="10547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993775"/>
            <a:ext cx="3886200" cy="257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813176"/>
            <a:ext cx="3886200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8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638" y="993775"/>
            <a:ext cx="3886200" cy="257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9" name="Rectangle 7"/>
          <p:cNvSpPr>
            <a:spLocks noChangeArrowheads="1"/>
          </p:cNvSpPr>
          <p:nvPr/>
        </p:nvSpPr>
        <p:spPr bwMode="auto">
          <a:xfrm>
            <a:off x="1828800" y="6400800"/>
            <a:ext cx="838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hlinkClick r:id="rId7"/>
              </a:rPr>
              <a:t>http://blog.flickr.net/en/2010/01/27/a-look-into-the-past/</a:t>
            </a:r>
            <a:endParaRPr lang="en-US" altLang="zh-CN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42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 look into the past</a:t>
            </a:r>
          </a:p>
        </p:txBody>
      </p:sp>
      <p:sp>
        <p:nvSpPr>
          <p:cNvPr id="107523" name="Content Placeholder 5"/>
          <p:cNvSpPr>
            <a:spLocks noGrp="1"/>
          </p:cNvSpPr>
          <p:nvPr>
            <p:ph sz="quarter" idx="1"/>
          </p:nvPr>
        </p:nvSpPr>
        <p:spPr>
          <a:xfrm>
            <a:off x="1981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smtClean="0"/>
              <a:t>Leningrad during the blockade</a:t>
            </a:r>
          </a:p>
        </p:txBody>
      </p:sp>
      <p:pic>
        <p:nvPicPr>
          <p:cNvPr id="1075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968500"/>
            <a:ext cx="4402138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5" name="Rectangle 4"/>
          <p:cNvSpPr>
            <a:spLocks noChangeArrowheads="1"/>
          </p:cNvSpPr>
          <p:nvPr/>
        </p:nvSpPr>
        <p:spPr bwMode="auto">
          <a:xfrm>
            <a:off x="2667000" y="5345114"/>
            <a:ext cx="6858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hlinkClick r:id="rId4"/>
              </a:rPr>
              <a:t>http://komen-dant.livejournal.com/345684.html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pic>
        <p:nvPicPr>
          <p:cNvPr id="10752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968500"/>
            <a:ext cx="43434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9460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Bing streetside images</a:t>
            </a:r>
          </a:p>
        </p:txBody>
      </p:sp>
      <p:pic>
        <p:nvPicPr>
          <p:cNvPr id="10957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6" y="1600200"/>
            <a:ext cx="4213225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3"/>
          <a:stretch>
            <a:fillRect/>
          </a:stretch>
        </p:blipFill>
        <p:spPr bwMode="auto">
          <a:xfrm>
            <a:off x="6135688" y="1600200"/>
            <a:ext cx="4303712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1905001" y="5449888"/>
            <a:ext cx="86328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hlinkClick r:id="rId5"/>
              </a:rPr>
              <a:t>http://www.bing.com/community/blogs/maps/archive/2010/01/12/new-bing-maps-application-streetside-photos.aspx</a:t>
            </a:r>
            <a:endParaRPr lang="en-US" altLang="zh-CN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3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矩形 3"/>
          <p:cNvSpPr>
            <a:spLocks noChangeArrowheads="1"/>
          </p:cNvSpPr>
          <p:nvPr/>
        </p:nvSpPr>
        <p:spPr bwMode="auto">
          <a:xfrm>
            <a:off x="1919288" y="1628776"/>
            <a:ext cx="576262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>
                <a:solidFill>
                  <a:prstClr val="black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考核方式</a:t>
            </a:r>
          </a:p>
        </p:txBody>
      </p:sp>
      <p:sp>
        <p:nvSpPr>
          <p:cNvPr id="111619" name="TextBox 8"/>
          <p:cNvSpPr txBox="1">
            <a:spLocks noChangeArrowheads="1"/>
          </p:cNvSpPr>
          <p:nvPr/>
        </p:nvSpPr>
        <p:spPr bwMode="auto">
          <a:xfrm>
            <a:off x="2855914" y="1874839"/>
            <a:ext cx="74898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>
                <a:solidFill>
                  <a:prstClr val="black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项目报告：</a:t>
            </a:r>
            <a:r>
              <a:rPr lang="en-US" altLang="zh-CN" sz="3200">
                <a:solidFill>
                  <a:prstClr val="black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2-4</a:t>
            </a:r>
            <a:r>
              <a:rPr lang="zh-CN" altLang="en-US" sz="3200">
                <a:solidFill>
                  <a:prstClr val="black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人一组，从五个候选项目中任选一个，实现并提交项目报告以及源代码。</a:t>
            </a:r>
          </a:p>
        </p:txBody>
      </p:sp>
    </p:spTree>
    <p:extLst>
      <p:ext uri="{BB962C8B-B14F-4D97-AF65-F5344CB8AC3E}">
        <p14:creationId xmlns:p14="http://schemas.microsoft.com/office/powerpoint/2010/main" val="157524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</Words>
  <Application>Microsoft Office PowerPoint</Application>
  <PresentationFormat>宽屏</PresentationFormat>
  <Paragraphs>13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黑体</vt:lpstr>
      <vt:lpstr>宋体</vt:lpstr>
      <vt:lpstr>幼圆</vt:lpstr>
      <vt:lpstr>Arial</vt:lpstr>
      <vt:lpstr>Calibri</vt:lpstr>
      <vt:lpstr>Calibri Light</vt:lpstr>
      <vt:lpstr>Franklin Gothic Book</vt:lpstr>
      <vt:lpstr>Lucida Sans Unicode</vt:lpstr>
      <vt:lpstr>Perpetua</vt:lpstr>
      <vt:lpstr>Wingdings 2</vt:lpstr>
      <vt:lpstr>Office 主题</vt:lpstr>
      <vt:lpstr>平衡</vt:lpstr>
      <vt:lpstr>Project 1</vt:lpstr>
      <vt:lpstr>A look into the past</vt:lpstr>
      <vt:lpstr>A look into the past</vt:lpstr>
      <vt:lpstr>Bing streetside images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</dc:title>
  <dc:creator>Windows 用户</dc:creator>
  <cp:lastModifiedBy>Windows 用户</cp:lastModifiedBy>
  <cp:revision>1</cp:revision>
  <dcterms:created xsi:type="dcterms:W3CDTF">2019-04-22T03:36:10Z</dcterms:created>
  <dcterms:modified xsi:type="dcterms:W3CDTF">2019-04-22T03:38:06Z</dcterms:modified>
</cp:coreProperties>
</file>